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3E7"/>
    <a:srgbClr val="FFDC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66" d="100"/>
          <a:sy n="66" d="100"/>
        </p:scale>
        <p:origin x="592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7C7461-4AB8-42A0-95CB-C4E7A7E89791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B49185D-E711-413D-AE00-CE3E33F473BC}">
      <dgm:prSet/>
      <dgm:spPr/>
      <dgm:t>
        <a:bodyPr/>
        <a:lstStyle/>
        <a:p>
          <a:r>
            <a:rPr lang="en-US" dirty="0"/>
            <a:t>Node-RED editor can be accessed using IP address of the application host via specified port.</a:t>
          </a:r>
        </a:p>
      </dgm:t>
    </dgm:pt>
    <dgm:pt modelId="{BF0CB56A-D75A-40A4-8EB0-3F203BB42AAA}" type="parTrans" cxnId="{422C3A8C-AE92-47F4-85CD-36402F2B6EDE}">
      <dgm:prSet/>
      <dgm:spPr/>
      <dgm:t>
        <a:bodyPr/>
        <a:lstStyle/>
        <a:p>
          <a:endParaRPr lang="en-US"/>
        </a:p>
      </dgm:t>
    </dgm:pt>
    <dgm:pt modelId="{93E7302B-3A50-491E-821D-C944B2BB02B0}" type="sibTrans" cxnId="{422C3A8C-AE92-47F4-85CD-36402F2B6EDE}">
      <dgm:prSet/>
      <dgm:spPr/>
      <dgm:t>
        <a:bodyPr/>
        <a:lstStyle/>
        <a:p>
          <a:endParaRPr lang="en-US"/>
        </a:p>
      </dgm:t>
    </dgm:pt>
    <dgm:pt modelId="{980FE751-2A70-4821-A6CD-8DB8E95458D1}">
      <dgm:prSet/>
      <dgm:spPr/>
      <dgm:t>
        <a:bodyPr/>
        <a:lstStyle/>
        <a:p>
          <a:r>
            <a:rPr lang="en-US" dirty="0"/>
            <a:t>Each block shows the individual functional block connected with input-output blocks.</a:t>
          </a:r>
        </a:p>
      </dgm:t>
    </dgm:pt>
    <dgm:pt modelId="{EBCF832C-2C72-40A3-89A6-91687DEAE9E3}" type="parTrans" cxnId="{98C5314E-11EB-462E-B198-AD6BA04CC268}">
      <dgm:prSet/>
      <dgm:spPr/>
      <dgm:t>
        <a:bodyPr/>
        <a:lstStyle/>
        <a:p>
          <a:endParaRPr lang="en-US"/>
        </a:p>
      </dgm:t>
    </dgm:pt>
    <dgm:pt modelId="{0E8125B0-113C-4EF1-80DF-51CAB63C96D4}" type="sibTrans" cxnId="{98C5314E-11EB-462E-B198-AD6BA04CC268}">
      <dgm:prSet/>
      <dgm:spPr/>
      <dgm:t>
        <a:bodyPr/>
        <a:lstStyle/>
        <a:p>
          <a:endParaRPr lang="en-US"/>
        </a:p>
      </dgm:t>
    </dgm:pt>
    <dgm:pt modelId="{8FBF1FB5-F264-4A7A-99AF-8820871030C5}">
      <dgm:prSet/>
      <dgm:spPr/>
      <dgm:t>
        <a:bodyPr/>
        <a:lstStyle/>
        <a:p>
          <a:r>
            <a:rPr lang="en-US" dirty="0"/>
            <a:t>After flow is complete application is simply deployed and if no error output can be accessed using the specified function.</a:t>
          </a:r>
        </a:p>
      </dgm:t>
    </dgm:pt>
    <dgm:pt modelId="{5018B15F-5715-417A-9B4C-9D28E42E08C1}" type="parTrans" cxnId="{B0D22070-6AD7-4593-A1FD-05A3728FA09B}">
      <dgm:prSet/>
      <dgm:spPr/>
      <dgm:t>
        <a:bodyPr/>
        <a:lstStyle/>
        <a:p>
          <a:endParaRPr lang="en-US"/>
        </a:p>
      </dgm:t>
    </dgm:pt>
    <dgm:pt modelId="{813169B3-0B56-4606-AB6E-1DA88F270C14}" type="sibTrans" cxnId="{B0D22070-6AD7-4593-A1FD-05A3728FA09B}">
      <dgm:prSet/>
      <dgm:spPr/>
      <dgm:t>
        <a:bodyPr/>
        <a:lstStyle/>
        <a:p>
          <a:endParaRPr lang="en-US"/>
        </a:p>
      </dgm:t>
    </dgm:pt>
    <dgm:pt modelId="{4E51A3F8-610E-45AE-B65A-5C75FF006DF8}" type="pres">
      <dgm:prSet presAssocID="{4F7C7461-4AB8-42A0-95CB-C4E7A7E8979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305E37E-4E2F-4076-86DD-F7F125679DE1}" type="pres">
      <dgm:prSet presAssocID="{FB49185D-E711-413D-AE00-CE3E33F473BC}" presName="hierRoot1" presStyleCnt="0">
        <dgm:presLayoutVars>
          <dgm:hierBranch val="init"/>
        </dgm:presLayoutVars>
      </dgm:prSet>
      <dgm:spPr/>
    </dgm:pt>
    <dgm:pt modelId="{3097A71A-46CF-40E9-9EA0-5AC5067C8138}" type="pres">
      <dgm:prSet presAssocID="{FB49185D-E711-413D-AE00-CE3E33F473BC}" presName="rootComposite1" presStyleCnt="0"/>
      <dgm:spPr/>
    </dgm:pt>
    <dgm:pt modelId="{87774031-058C-4A9F-9872-80393794678F}" type="pres">
      <dgm:prSet presAssocID="{FB49185D-E711-413D-AE00-CE3E33F473BC}" presName="rootText1" presStyleLbl="node0" presStyleIdx="0" presStyleCnt="3" custLinFactNeighborY="-637">
        <dgm:presLayoutVars>
          <dgm:chPref val="3"/>
        </dgm:presLayoutVars>
      </dgm:prSet>
      <dgm:spPr/>
    </dgm:pt>
    <dgm:pt modelId="{9A29F59C-72DA-4C38-832F-6D5AD6EFCB5A}" type="pres">
      <dgm:prSet presAssocID="{FB49185D-E711-413D-AE00-CE3E33F473BC}" presName="rootConnector1" presStyleLbl="node1" presStyleIdx="0" presStyleCnt="0"/>
      <dgm:spPr/>
    </dgm:pt>
    <dgm:pt modelId="{3AE944E4-DDCC-41C3-863D-15EBCA848699}" type="pres">
      <dgm:prSet presAssocID="{FB49185D-E711-413D-AE00-CE3E33F473BC}" presName="hierChild2" presStyleCnt="0"/>
      <dgm:spPr/>
    </dgm:pt>
    <dgm:pt modelId="{589CE443-D6FF-41D7-8A55-9752B0A40A7C}" type="pres">
      <dgm:prSet presAssocID="{FB49185D-E711-413D-AE00-CE3E33F473BC}" presName="hierChild3" presStyleCnt="0"/>
      <dgm:spPr/>
    </dgm:pt>
    <dgm:pt modelId="{A8740BEF-DBB8-4317-9E7F-51F356FCF41A}" type="pres">
      <dgm:prSet presAssocID="{980FE751-2A70-4821-A6CD-8DB8E95458D1}" presName="hierRoot1" presStyleCnt="0">
        <dgm:presLayoutVars>
          <dgm:hierBranch val="init"/>
        </dgm:presLayoutVars>
      </dgm:prSet>
      <dgm:spPr/>
    </dgm:pt>
    <dgm:pt modelId="{488A9B79-A8EB-46AC-8733-E3B7D1C1350D}" type="pres">
      <dgm:prSet presAssocID="{980FE751-2A70-4821-A6CD-8DB8E95458D1}" presName="rootComposite1" presStyleCnt="0"/>
      <dgm:spPr/>
    </dgm:pt>
    <dgm:pt modelId="{822CFBD7-452F-4FB7-A5E5-D2DAEB3FB03D}" type="pres">
      <dgm:prSet presAssocID="{980FE751-2A70-4821-A6CD-8DB8E95458D1}" presName="rootText1" presStyleLbl="node0" presStyleIdx="1" presStyleCnt="3" custLinFactNeighborX="7900" custLinFactNeighborY="-1274">
        <dgm:presLayoutVars>
          <dgm:chPref val="3"/>
        </dgm:presLayoutVars>
      </dgm:prSet>
      <dgm:spPr/>
    </dgm:pt>
    <dgm:pt modelId="{865A0799-18F7-44E0-B26B-C6D5BCC9EC1F}" type="pres">
      <dgm:prSet presAssocID="{980FE751-2A70-4821-A6CD-8DB8E95458D1}" presName="rootConnector1" presStyleLbl="node1" presStyleIdx="0" presStyleCnt="0"/>
      <dgm:spPr/>
    </dgm:pt>
    <dgm:pt modelId="{66CB0DD3-45D0-46D4-8D61-47F6D1B38FDD}" type="pres">
      <dgm:prSet presAssocID="{980FE751-2A70-4821-A6CD-8DB8E95458D1}" presName="hierChild2" presStyleCnt="0"/>
      <dgm:spPr/>
    </dgm:pt>
    <dgm:pt modelId="{69727104-B676-4977-B4B0-543E41AF5BDA}" type="pres">
      <dgm:prSet presAssocID="{980FE751-2A70-4821-A6CD-8DB8E95458D1}" presName="hierChild3" presStyleCnt="0"/>
      <dgm:spPr/>
    </dgm:pt>
    <dgm:pt modelId="{4138AE9A-03E7-4672-9EC5-F442D469073F}" type="pres">
      <dgm:prSet presAssocID="{8FBF1FB5-F264-4A7A-99AF-8820871030C5}" presName="hierRoot1" presStyleCnt="0">
        <dgm:presLayoutVars>
          <dgm:hierBranch val="init"/>
        </dgm:presLayoutVars>
      </dgm:prSet>
      <dgm:spPr/>
    </dgm:pt>
    <dgm:pt modelId="{444587CF-9625-4465-B500-4AB41487A26D}" type="pres">
      <dgm:prSet presAssocID="{8FBF1FB5-F264-4A7A-99AF-8820871030C5}" presName="rootComposite1" presStyleCnt="0"/>
      <dgm:spPr/>
    </dgm:pt>
    <dgm:pt modelId="{E1789588-2002-4125-9ED3-2D147EBB912D}" type="pres">
      <dgm:prSet presAssocID="{8FBF1FB5-F264-4A7A-99AF-8820871030C5}" presName="rootText1" presStyleLbl="node0" presStyleIdx="2" presStyleCnt="3">
        <dgm:presLayoutVars>
          <dgm:chPref val="3"/>
        </dgm:presLayoutVars>
      </dgm:prSet>
      <dgm:spPr/>
    </dgm:pt>
    <dgm:pt modelId="{957C388B-22BB-421F-BD27-CD133E2B7C0E}" type="pres">
      <dgm:prSet presAssocID="{8FBF1FB5-F264-4A7A-99AF-8820871030C5}" presName="rootConnector1" presStyleLbl="node1" presStyleIdx="0" presStyleCnt="0"/>
      <dgm:spPr/>
    </dgm:pt>
    <dgm:pt modelId="{F32CDE1D-4B1C-4932-AFED-C7B750F709D1}" type="pres">
      <dgm:prSet presAssocID="{8FBF1FB5-F264-4A7A-99AF-8820871030C5}" presName="hierChild2" presStyleCnt="0"/>
      <dgm:spPr/>
    </dgm:pt>
    <dgm:pt modelId="{895C7F58-37E5-4703-88A6-46585755DA47}" type="pres">
      <dgm:prSet presAssocID="{8FBF1FB5-F264-4A7A-99AF-8820871030C5}" presName="hierChild3" presStyleCnt="0"/>
      <dgm:spPr/>
    </dgm:pt>
  </dgm:ptLst>
  <dgm:cxnLst>
    <dgm:cxn modelId="{2E9FD619-B379-446E-A706-C0C04AAB78FC}" type="presOf" srcId="{8FBF1FB5-F264-4A7A-99AF-8820871030C5}" destId="{957C388B-22BB-421F-BD27-CD133E2B7C0E}" srcOrd="1" destOrd="0" presId="urn:microsoft.com/office/officeart/2009/3/layout/HorizontalOrganizationChart"/>
    <dgm:cxn modelId="{AB1CA743-0FDB-4D5F-87D7-CB46D3D75BFF}" type="presOf" srcId="{FB49185D-E711-413D-AE00-CE3E33F473BC}" destId="{9A29F59C-72DA-4C38-832F-6D5AD6EFCB5A}" srcOrd="1" destOrd="0" presId="urn:microsoft.com/office/officeart/2009/3/layout/HorizontalOrganizationChart"/>
    <dgm:cxn modelId="{5E7F6644-A792-4F99-80D3-8983349D2003}" type="presOf" srcId="{FB49185D-E711-413D-AE00-CE3E33F473BC}" destId="{87774031-058C-4A9F-9872-80393794678F}" srcOrd="0" destOrd="0" presId="urn:microsoft.com/office/officeart/2009/3/layout/HorizontalOrganizationChart"/>
    <dgm:cxn modelId="{311FA946-3543-4E7A-9D70-AC6DBCC7C801}" type="presOf" srcId="{980FE751-2A70-4821-A6CD-8DB8E95458D1}" destId="{822CFBD7-452F-4FB7-A5E5-D2DAEB3FB03D}" srcOrd="0" destOrd="0" presId="urn:microsoft.com/office/officeart/2009/3/layout/HorizontalOrganizationChart"/>
    <dgm:cxn modelId="{98C5314E-11EB-462E-B198-AD6BA04CC268}" srcId="{4F7C7461-4AB8-42A0-95CB-C4E7A7E89791}" destId="{980FE751-2A70-4821-A6CD-8DB8E95458D1}" srcOrd="1" destOrd="0" parTransId="{EBCF832C-2C72-40A3-89A6-91687DEAE9E3}" sibTransId="{0E8125B0-113C-4EF1-80DF-51CAB63C96D4}"/>
    <dgm:cxn modelId="{B0D22070-6AD7-4593-A1FD-05A3728FA09B}" srcId="{4F7C7461-4AB8-42A0-95CB-C4E7A7E89791}" destId="{8FBF1FB5-F264-4A7A-99AF-8820871030C5}" srcOrd="2" destOrd="0" parTransId="{5018B15F-5715-417A-9B4C-9D28E42E08C1}" sibTransId="{813169B3-0B56-4606-AB6E-1DA88F270C14}"/>
    <dgm:cxn modelId="{470B9572-1CD9-4C3A-8377-D04CA15C20D7}" type="presOf" srcId="{980FE751-2A70-4821-A6CD-8DB8E95458D1}" destId="{865A0799-18F7-44E0-B26B-C6D5BCC9EC1F}" srcOrd="1" destOrd="0" presId="urn:microsoft.com/office/officeart/2009/3/layout/HorizontalOrganizationChart"/>
    <dgm:cxn modelId="{422C3A8C-AE92-47F4-85CD-36402F2B6EDE}" srcId="{4F7C7461-4AB8-42A0-95CB-C4E7A7E89791}" destId="{FB49185D-E711-413D-AE00-CE3E33F473BC}" srcOrd="0" destOrd="0" parTransId="{BF0CB56A-D75A-40A4-8EB0-3F203BB42AAA}" sibTransId="{93E7302B-3A50-491E-821D-C944B2BB02B0}"/>
    <dgm:cxn modelId="{EFA28993-07F9-4D99-9FE6-A7A612FD59BB}" type="presOf" srcId="{8FBF1FB5-F264-4A7A-99AF-8820871030C5}" destId="{E1789588-2002-4125-9ED3-2D147EBB912D}" srcOrd="0" destOrd="0" presId="urn:microsoft.com/office/officeart/2009/3/layout/HorizontalOrganizationChart"/>
    <dgm:cxn modelId="{120CDCE2-92AF-440E-A737-82635D767547}" type="presOf" srcId="{4F7C7461-4AB8-42A0-95CB-C4E7A7E89791}" destId="{4E51A3F8-610E-45AE-B65A-5C75FF006DF8}" srcOrd="0" destOrd="0" presId="urn:microsoft.com/office/officeart/2009/3/layout/HorizontalOrganizationChart"/>
    <dgm:cxn modelId="{0470FF03-6A9D-4679-81DB-4E095C5932B6}" type="presParOf" srcId="{4E51A3F8-610E-45AE-B65A-5C75FF006DF8}" destId="{A305E37E-4E2F-4076-86DD-F7F125679DE1}" srcOrd="0" destOrd="0" presId="urn:microsoft.com/office/officeart/2009/3/layout/HorizontalOrganizationChart"/>
    <dgm:cxn modelId="{0B7B7255-56A6-4593-B3D7-50B37D5865B6}" type="presParOf" srcId="{A305E37E-4E2F-4076-86DD-F7F125679DE1}" destId="{3097A71A-46CF-40E9-9EA0-5AC5067C8138}" srcOrd="0" destOrd="0" presId="urn:microsoft.com/office/officeart/2009/3/layout/HorizontalOrganizationChart"/>
    <dgm:cxn modelId="{3492815C-A577-44DE-936D-45C72F56FC09}" type="presParOf" srcId="{3097A71A-46CF-40E9-9EA0-5AC5067C8138}" destId="{87774031-058C-4A9F-9872-80393794678F}" srcOrd="0" destOrd="0" presId="urn:microsoft.com/office/officeart/2009/3/layout/HorizontalOrganizationChart"/>
    <dgm:cxn modelId="{99380447-E84A-483C-916C-EDEEE7501AFE}" type="presParOf" srcId="{3097A71A-46CF-40E9-9EA0-5AC5067C8138}" destId="{9A29F59C-72DA-4C38-832F-6D5AD6EFCB5A}" srcOrd="1" destOrd="0" presId="urn:microsoft.com/office/officeart/2009/3/layout/HorizontalOrganizationChart"/>
    <dgm:cxn modelId="{7C044F3C-50FD-48FA-A6A9-E9985187A86E}" type="presParOf" srcId="{A305E37E-4E2F-4076-86DD-F7F125679DE1}" destId="{3AE944E4-DDCC-41C3-863D-15EBCA848699}" srcOrd="1" destOrd="0" presId="urn:microsoft.com/office/officeart/2009/3/layout/HorizontalOrganizationChart"/>
    <dgm:cxn modelId="{F9A93CFC-E381-433F-949C-74E56D628047}" type="presParOf" srcId="{A305E37E-4E2F-4076-86DD-F7F125679DE1}" destId="{589CE443-D6FF-41D7-8A55-9752B0A40A7C}" srcOrd="2" destOrd="0" presId="urn:microsoft.com/office/officeart/2009/3/layout/HorizontalOrganizationChart"/>
    <dgm:cxn modelId="{4AB4CE4A-D2E2-430A-B0FE-E4B3B365DC81}" type="presParOf" srcId="{4E51A3F8-610E-45AE-B65A-5C75FF006DF8}" destId="{A8740BEF-DBB8-4317-9E7F-51F356FCF41A}" srcOrd="1" destOrd="0" presId="urn:microsoft.com/office/officeart/2009/3/layout/HorizontalOrganizationChart"/>
    <dgm:cxn modelId="{02EC1491-D681-40CA-9E11-FEFE2FCF26C1}" type="presParOf" srcId="{A8740BEF-DBB8-4317-9E7F-51F356FCF41A}" destId="{488A9B79-A8EB-46AC-8733-E3B7D1C1350D}" srcOrd="0" destOrd="0" presId="urn:microsoft.com/office/officeart/2009/3/layout/HorizontalOrganizationChart"/>
    <dgm:cxn modelId="{9ED1FD25-1C1E-466C-ADAE-4F5D0B728684}" type="presParOf" srcId="{488A9B79-A8EB-46AC-8733-E3B7D1C1350D}" destId="{822CFBD7-452F-4FB7-A5E5-D2DAEB3FB03D}" srcOrd="0" destOrd="0" presId="urn:microsoft.com/office/officeart/2009/3/layout/HorizontalOrganizationChart"/>
    <dgm:cxn modelId="{BEF4DDA2-A350-482E-AA3C-D64631ED52FF}" type="presParOf" srcId="{488A9B79-A8EB-46AC-8733-E3B7D1C1350D}" destId="{865A0799-18F7-44E0-B26B-C6D5BCC9EC1F}" srcOrd="1" destOrd="0" presId="urn:microsoft.com/office/officeart/2009/3/layout/HorizontalOrganizationChart"/>
    <dgm:cxn modelId="{16FBDD0F-D91D-4AA6-A3D2-64E0F2AD66CB}" type="presParOf" srcId="{A8740BEF-DBB8-4317-9E7F-51F356FCF41A}" destId="{66CB0DD3-45D0-46D4-8D61-47F6D1B38FDD}" srcOrd="1" destOrd="0" presId="urn:microsoft.com/office/officeart/2009/3/layout/HorizontalOrganizationChart"/>
    <dgm:cxn modelId="{E4CA8B5C-1838-4B2F-9B38-D193EDE6B094}" type="presParOf" srcId="{A8740BEF-DBB8-4317-9E7F-51F356FCF41A}" destId="{69727104-B676-4977-B4B0-543E41AF5BDA}" srcOrd="2" destOrd="0" presId="urn:microsoft.com/office/officeart/2009/3/layout/HorizontalOrganizationChart"/>
    <dgm:cxn modelId="{2075DE0A-332E-4801-B87C-790735FAC9D4}" type="presParOf" srcId="{4E51A3F8-610E-45AE-B65A-5C75FF006DF8}" destId="{4138AE9A-03E7-4672-9EC5-F442D469073F}" srcOrd="2" destOrd="0" presId="urn:microsoft.com/office/officeart/2009/3/layout/HorizontalOrganizationChart"/>
    <dgm:cxn modelId="{C6CCE255-2D64-442C-A16A-121541A108C5}" type="presParOf" srcId="{4138AE9A-03E7-4672-9EC5-F442D469073F}" destId="{444587CF-9625-4465-B500-4AB41487A26D}" srcOrd="0" destOrd="0" presId="urn:microsoft.com/office/officeart/2009/3/layout/HorizontalOrganizationChart"/>
    <dgm:cxn modelId="{D275E8F7-34A0-4551-87B5-A4E743086B59}" type="presParOf" srcId="{444587CF-9625-4465-B500-4AB41487A26D}" destId="{E1789588-2002-4125-9ED3-2D147EBB912D}" srcOrd="0" destOrd="0" presId="urn:microsoft.com/office/officeart/2009/3/layout/HorizontalOrganizationChart"/>
    <dgm:cxn modelId="{5D6F43B9-5BEC-4BC0-837E-5080B25F4C62}" type="presParOf" srcId="{444587CF-9625-4465-B500-4AB41487A26D}" destId="{957C388B-22BB-421F-BD27-CD133E2B7C0E}" srcOrd="1" destOrd="0" presId="urn:microsoft.com/office/officeart/2009/3/layout/HorizontalOrganizationChart"/>
    <dgm:cxn modelId="{089960DE-1BA5-4ECA-9932-F7EE6B993251}" type="presParOf" srcId="{4138AE9A-03E7-4672-9EC5-F442D469073F}" destId="{F32CDE1D-4B1C-4932-AFED-C7B750F709D1}" srcOrd="1" destOrd="0" presId="urn:microsoft.com/office/officeart/2009/3/layout/HorizontalOrganizationChart"/>
    <dgm:cxn modelId="{94BA6394-B8E9-42E0-BDC6-A9D0803B5B3E}" type="presParOf" srcId="{4138AE9A-03E7-4672-9EC5-F442D469073F}" destId="{895C7F58-37E5-4703-88A6-46585755DA47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774031-058C-4A9F-9872-80393794678F}">
      <dsp:nvSpPr>
        <dsp:cNvPr id="0" name=""/>
        <dsp:cNvSpPr/>
      </dsp:nvSpPr>
      <dsp:spPr>
        <a:xfrm>
          <a:off x="499" y="126061"/>
          <a:ext cx="4091920" cy="12480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Node-RED editor can be accessed using IP address of the application host via specified port.</a:t>
          </a:r>
        </a:p>
      </dsp:txBody>
      <dsp:txXfrm>
        <a:off x="499" y="126061"/>
        <a:ext cx="4091920" cy="1248035"/>
      </dsp:txXfrm>
    </dsp:sp>
    <dsp:sp modelId="{822CFBD7-452F-4FB7-A5E5-D2DAEB3FB03D}">
      <dsp:nvSpPr>
        <dsp:cNvPr id="0" name=""/>
        <dsp:cNvSpPr/>
      </dsp:nvSpPr>
      <dsp:spPr>
        <a:xfrm>
          <a:off x="999" y="1877637"/>
          <a:ext cx="4091920" cy="12480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Each block shows the individual functional block connected with input-output blocks.</a:t>
          </a:r>
        </a:p>
      </dsp:txBody>
      <dsp:txXfrm>
        <a:off x="999" y="1877637"/>
        <a:ext cx="4091920" cy="1248035"/>
      </dsp:txXfrm>
    </dsp:sp>
    <dsp:sp modelId="{E1789588-2002-4125-9ED3-2D147EBB912D}">
      <dsp:nvSpPr>
        <dsp:cNvPr id="0" name=""/>
        <dsp:cNvSpPr/>
      </dsp:nvSpPr>
      <dsp:spPr>
        <a:xfrm>
          <a:off x="499" y="3653063"/>
          <a:ext cx="4091920" cy="12480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After flow is complete application is simply deployed and if no error output can be accessed using the specified function.</a:t>
          </a:r>
        </a:p>
      </dsp:txBody>
      <dsp:txXfrm>
        <a:off x="499" y="3653063"/>
        <a:ext cx="4091920" cy="1248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73328D-EA3D-CD4D-059F-B244C2EB64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/>
              <a:t>2024 Summer - Artificial Intelligence (MSCE-632-A01) - First Bi-term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415574-72C2-74DD-1814-89ED025530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1101F-7DF1-4AF6-82B7-A3045C143AB1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FD392-538F-19E6-DD5C-C00C271D90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2024 Summer - Artificial Intelligence (MSCE-632-A01) - First Bi-term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B0CAD-F161-B0E2-2760-87054653BE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188EE-ADA4-4906-859D-11EC0D1E43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943008"/>
      </p:ext>
    </p:extLst>
  </p:cSld>
  <p:clrMap bg1="lt1" tx1="dk1" bg2="lt2" tx2="dk2" accent1="accent1" accent2="accent2" accent3="accent3" accent4="accent4" accent5="accent5" accent6="accent6" hlink="hlink" folHlink="folHlink"/>
  <p:hf sldNum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/>
              <a:t>2024 Summer - Artificial Intelligence (MSCE-632-A01) - First Bi-term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23963-F456-46D1-9B07-05B38F678EE5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2024 Summer - Artificial Intelligence (MSCE-632-A01) - First Bi-term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3B7D58-E696-4951-A6DD-50B6F2515D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05881"/>
      </p:ext>
    </p:extLst>
  </p:cSld>
  <p:clrMap bg1="lt1" tx1="dk1" bg2="lt2" tx2="dk2" accent1="accent1" accent2="accent2" accent3="accent3" accent4="accent4" accent5="accent5" accent6="accent6" hlink="hlink" folHlink="folHlink"/>
  <p:hf sldNum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C69F-9257-BE8F-2B2E-14AD222CE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835AE-3BE2-2FAC-D624-C55776224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0302E-4DD7-E3D7-146E-FB8439FC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9A7F-5CB2-4EF7-87EA-9BF92C903675}" type="datetime2">
              <a:rPr lang="en-US" smtClean="0"/>
              <a:t>Saturday, June 6,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61F98-0B63-8DCC-6FAF-BC23AEA88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kkumar71862@ucumberlands.edu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32570-9315-B8D0-9B8F-CCEF7484A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9D60-0B0B-4AAC-9482-F5967442EA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930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C145-3474-3046-5FE2-439C1224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4E77E-B0D6-A182-5477-64441C680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CFBD2-ED7C-5599-D518-B3B558119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8A3EC-7B65-4CE2-B47D-2E4F62109263}" type="datetime2">
              <a:rPr lang="en-US" smtClean="0"/>
              <a:t>Saturday, June 6,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EF7F8-E915-6D93-7E24-C30273E28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kkumar71862@ucumberlands.edu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F8B57-2E2B-8833-F774-A61D4358D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9D60-0B0B-4AAC-9482-F5967442EA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608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E7FF-2356-804A-AB16-FE0A02AA7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B80FB-033B-7DA3-198C-7829E6FD1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DD16A-D48A-4B76-C623-49E205F68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39C07-CED3-4A91-BD31-BF3FCE3E0E61}" type="datetime2">
              <a:rPr lang="en-US" smtClean="0"/>
              <a:t>Saturday, June 6,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5B36D-F4E1-B7F7-6F36-AD61AE607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kkumar71862@ucumberlands.edu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04498-E006-DD11-9524-525B41B42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9D60-0B0B-4AAC-9482-F5967442EA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776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131CE-FA84-068E-AADC-029852BE2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E22E9-2BEF-0244-420C-49A05FE9F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60D58-08C9-2AA1-B1E0-9AF0935E7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6E1C5-ADBB-6272-4B59-D3732AA12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12D90-0485-4F40-938F-5978420B7465}" type="datetime2">
              <a:rPr lang="en-US" smtClean="0"/>
              <a:t>Saturday, June 6,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FDF44-9CDE-9EED-5782-7783C6902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kkumar71862@ucumberlands.edu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55FB-0DFF-DE4F-2E65-C975C864A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9D60-0B0B-4AAC-9482-F5967442EA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801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661CD-BAA2-E1E3-3462-C22DB6A99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9623C-42FE-9E96-3119-822F21BCC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9DA725-6C31-47B4-D319-6F8A3D3D1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59FCC-6A9F-5655-70B7-20192F7CD6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706C83-76F9-DFD9-313D-6DC33597CC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24CF86-A9C2-4D62-0968-6E5B07E4E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DC503-49A8-4F05-90AC-419F135D2757}" type="datetime2">
              <a:rPr lang="en-US" smtClean="0"/>
              <a:t>Saturday, June 6,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4CC6A8-D12E-59C9-9611-20D570355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kkumar71862@ucumberlands.edu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E7FDC1-A529-9A79-6859-F309D42EB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9D60-0B0B-4AAC-9482-F5967442EA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198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AD05E-1593-93DB-35E1-7BCD62143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6C793F-3B2D-68E8-7C60-F7E875435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B1B7-3DAD-40B0-A5E3-2DC6EF8B1F07}" type="datetime2">
              <a:rPr lang="en-US" smtClean="0"/>
              <a:t>Saturday, June 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2EE57B-6614-EF59-1C13-8D2EEEB2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kkumar71862@ucumberlands.edu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374A4-B9FB-399B-E87F-1CECA088E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9D60-0B0B-4AAC-9482-F5967442EA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32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2014BC-78F8-29A9-3EF0-D27247B0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89E85-910D-4E0A-B739-1DCFEB91D185}" type="datetime2">
              <a:rPr lang="en-US" smtClean="0"/>
              <a:t>Saturday, June 6,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D92D3E-B03E-16A4-EBC1-A0DEC5ED6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kkumar71862@ucumberlands.edu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67A42-1094-1978-8B67-7CBFD59EB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9D60-0B0B-4AAC-9482-F5967442EA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153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C1E9-9E2D-FA32-4ACD-FF3CF2421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F3104-C1AB-782B-1DE4-EE414F130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3D9B5-B4DB-7BEB-1C02-82FD865E2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0BAD4-1F14-0654-CE6A-71754D1D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74AA-8AD2-4973-95B8-B7C9681089D4}" type="datetime2">
              <a:rPr lang="en-US" smtClean="0"/>
              <a:t>Saturday, June 6,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F973E-F5D9-A7EC-C7A6-8ACE96625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kkumar71862@ucumberlands.edu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1D9BA-4198-A9FA-67C3-0855CA16B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9D60-0B0B-4AAC-9482-F5967442EA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523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964F2-CD5C-A0E7-C909-EA5BC9AEA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FC087C-2375-AE6C-BE62-169584992D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96267-DE3F-A57C-2AC5-7D2C5F4BF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58161-BDD4-77F4-6004-7B99EF2E2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E50B-1A84-451E-A096-4EDC69A6140F}" type="datetime2">
              <a:rPr lang="en-US" smtClean="0"/>
              <a:t>Saturday, June 6,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44DC6-2FAF-821A-30EF-09B9A1A8C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kkumar71862@ucumberlands.edu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00A87-8AEB-2DB6-8F70-9A799D6C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9D60-0B0B-4AAC-9482-F5967442EA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238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B38DF-838C-B950-695B-886D00F4D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DAF24-96FE-FA52-CD2B-B6ECFDAFF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362A5-A2B3-41B2-3633-E191EF7E6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97E23-7B0B-49D7-9999-C172C8403885}" type="datetime2">
              <a:rPr lang="en-US" smtClean="0"/>
              <a:t>Saturday, June 6,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9F1F6-D778-E142-AB17-8750D4DB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kkumar71862@ucumberlands.edu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D104B-E204-745A-27F8-6C77B8866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9D60-0B0B-4AAC-9482-F5967442EA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97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8FE3AF-1483-CD12-1933-BDB80C10C3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BC6EA-6752-AEB3-819C-F93954697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EE993-6FEA-FFAA-6894-54F60CCD9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ABBF-2D4F-4DAF-9A19-D7EF4170983F}" type="datetime2">
              <a:rPr lang="en-US" smtClean="0"/>
              <a:t>Saturday, June 6,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09DE6-0072-2966-EB50-19747AE0B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kkumar71862@ucumberlands.edu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5A278-B361-909F-CD71-243BB562C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9D60-0B0B-4AAC-9482-F5967442EA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662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A847F1-D0C8-8795-3424-E9DB2DC19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469B7-E7BE-F304-9F97-50BCE97DB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77D27-6804-EB54-3E99-A745E0294E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F3D07-D441-46D3-8FD2-F0C7C9BAC87E}" type="datetime2">
              <a:rPr lang="en-US" smtClean="0"/>
              <a:t>Saturday, June 6,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86DE6-F6BB-B8FE-B411-441CCF56B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kkumar71862@ucumberlands.edu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6C28D-34C1-F548-FE1C-96B01A9C8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459D60-0B0B-4AAC-9482-F5967442EA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4420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7DB4F-D6C2-9967-D9B1-9CB71EBC8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5877"/>
            <a:ext cx="9144000" cy="2115107"/>
          </a:xfrm>
        </p:spPr>
        <p:txBody>
          <a:bodyPr>
            <a:normAutofit fontScale="90000"/>
          </a:bodyPr>
          <a:lstStyle/>
          <a:p>
            <a:r>
              <a:rPr lang="en-US" sz="6600" dirty="0"/>
              <a:t>Artificial Intelligence </a:t>
            </a:r>
            <a:br>
              <a:rPr lang="en-US" sz="6600" dirty="0"/>
            </a:br>
            <a:br>
              <a:rPr lang="en-US" dirty="0"/>
            </a:br>
            <a:r>
              <a:rPr lang="en-US" sz="2200" dirty="0"/>
              <a:t>(MSCE-632-A01) - First Bi-term</a:t>
            </a:r>
            <a:br>
              <a:rPr lang="en-US" sz="2200" dirty="0"/>
            </a:br>
            <a:r>
              <a:rPr lang="en-US" sz="2200" dirty="0"/>
              <a:t>Summer- 2024</a:t>
            </a:r>
            <a:br>
              <a:rPr lang="en-US" sz="2200" dirty="0"/>
            </a:br>
            <a:r>
              <a:rPr lang="en-US" sz="2400" dirty="0"/>
              <a:t>University of the Cumberlands</a:t>
            </a:r>
            <a:br>
              <a:rPr lang="en-US" sz="2400" dirty="0"/>
            </a:br>
            <a:endParaRPr lang="en-US" sz="2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814FCA-5013-793E-E940-C0A058B91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36081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dirty="0"/>
              <a:t>Satellite Tracking App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7A698A-B856-7F3F-5FF7-1252F62AA54D}"/>
              </a:ext>
            </a:extLst>
          </p:cNvPr>
          <p:cNvSpPr txBox="1">
            <a:spLocks/>
          </p:cNvSpPr>
          <p:nvPr/>
        </p:nvSpPr>
        <p:spPr>
          <a:xfrm>
            <a:off x="1591962" y="5098646"/>
            <a:ext cx="9144000" cy="8458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Submitted to: Dr. Archie Addo</a:t>
            </a:r>
          </a:p>
          <a:p>
            <a:r>
              <a:rPr lang="en-US" sz="1400" dirty="0"/>
              <a:t>Submitted by: Kamal Kumar </a:t>
            </a:r>
          </a:p>
        </p:txBody>
      </p:sp>
    </p:spTree>
    <p:extLst>
      <p:ext uri="{BB962C8B-B14F-4D97-AF65-F5344CB8AC3E}">
        <p14:creationId xmlns:p14="http://schemas.microsoft.com/office/powerpoint/2010/main" val="890288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3FB5B-E36D-E2DC-09D0-B506304F9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AD198-7B61-0AC2-3D01-03E17AA97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6751"/>
            <a:ext cx="5387967" cy="4340212"/>
          </a:xfrm>
        </p:spPr>
        <p:txBody>
          <a:bodyPr>
            <a:normAutofit/>
          </a:bodyPr>
          <a:lstStyle/>
          <a:p>
            <a:r>
              <a:rPr lang="en-US" sz="2400" dirty="0"/>
              <a:t>Build a complex flow using Node-RED tools.</a:t>
            </a:r>
          </a:p>
          <a:p>
            <a:r>
              <a:rPr lang="en-US" sz="2400" dirty="0"/>
              <a:t>Integrate Watson Assistant chatbot with Node-RED.</a:t>
            </a:r>
          </a:p>
          <a:p>
            <a:r>
              <a:rPr lang="en-US" sz="2400" dirty="0"/>
              <a:t>Fetch live location of the International Space Station (ISS) using the final application.</a:t>
            </a:r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CA92B-7A5B-17ED-7650-4F9695D716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590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6E8A3EC-7B65-4CE2-B47D-2E4F62109263}" type="datetime2">
              <a:rPr lang="en-US" smtClean="0"/>
              <a:pPr>
                <a:spcAft>
                  <a:spcPts val="600"/>
                </a:spcAft>
              </a:pPr>
              <a:t>Saturday, June 6, 2026</a:t>
            </a:fld>
            <a:endParaRPr lang="en-US" dirty="0"/>
          </a:p>
        </p:txBody>
      </p:sp>
      <p:pic>
        <p:nvPicPr>
          <p:cNvPr id="6" name="Picture 5" descr="A satellite and a satellite on a planet&#10;&#10;Description automatically generated with medium confidence">
            <a:extLst>
              <a:ext uri="{FF2B5EF4-FFF2-40B4-BE49-F238E27FC236}">
                <a16:creationId xmlns:a16="http://schemas.microsoft.com/office/drawing/2014/main" id="{6F3A090E-1D5F-61A2-0B84-EDAE579182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77" r="4276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61577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815095-0BA9-999E-C87D-7B85275E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Design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79AEAD-F7D3-A523-3C6B-B4D335B46A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8575" y="1966293"/>
            <a:ext cx="10234848" cy="445216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68FE7-D445-897F-3609-A1ADB206D9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D6E8A3EC-7B65-4CE2-B47D-2E4F62109263}" type="datetime2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Saturday, June 6, 2026</a:t>
            </a:fld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727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68E7-D6CF-1529-D040-D34C8D663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Node-RED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FAAD0-859D-1275-0D81-331DA9C51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638" y="1459865"/>
            <a:ext cx="10515600" cy="4351338"/>
          </a:xfrm>
        </p:spPr>
        <p:txBody>
          <a:bodyPr/>
          <a:lstStyle/>
          <a:p>
            <a:r>
              <a:rPr lang="en-US" dirty="0"/>
              <a:t>Node-RED is a flow-based, low-code development tool for visual programming developed originally by IBM for wiring together hardware devices, APIs and online services as part of the Internet of things. </a:t>
            </a:r>
          </a:p>
          <a:p>
            <a:r>
              <a:rPr lang="en-US" dirty="0"/>
              <a:t>Node-RED provides a web browser-based flow editor, which can be used to create JavaScript functions.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564E5-FA84-0DA7-A28A-875A250B9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8A3EC-7B65-4CE2-B47D-2E4F62109263}" type="datetime2">
              <a:rPr lang="en-US" smtClean="0"/>
              <a:t>Saturday, June 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286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8A0B39C8-8F34-3031-3D3C-458B759E53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8" r="6427" b="1"/>
          <a:stretch/>
        </p:blipFill>
        <p:spPr>
          <a:xfrm>
            <a:off x="0" y="0"/>
            <a:ext cx="9737758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4" name="Content Placeholder 14">
            <a:extLst>
              <a:ext uri="{FF2B5EF4-FFF2-40B4-BE49-F238E27FC236}">
                <a16:creationId xmlns:a16="http://schemas.microsoft.com/office/drawing/2014/main" id="{B7DBCFD4-DA24-B47A-CC44-7BA3806C4A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4754194"/>
              </p:ext>
            </p:extLst>
          </p:nvPr>
        </p:nvGraphicFramePr>
        <p:xfrm>
          <a:off x="7791958" y="1321239"/>
          <a:ext cx="4092920" cy="50351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E38A9-F067-7439-48F1-B08DC338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fld id="{D6E8A3EC-7B65-4CE2-B47D-2E4F62109263}" type="datetime2">
              <a:rPr lang="en-US" smtClean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Saturday, June 6, 2026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355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4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6C7D0D-DF51-79B5-4386-B8CD311BC7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452" b="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0CE0B7-DF6A-B009-8835-435BF46F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dirty="0"/>
              <a:t>Watson Assistant Configuration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DC793CC-74B2-75C7-7833-4C410F8C4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2000" dirty="0"/>
              <a:t>Add new dialog for enabling the human-AI conversation by importing predefined dialog.</a:t>
            </a:r>
          </a:p>
          <a:p>
            <a:r>
              <a:rPr lang="en-US" sz="2000" dirty="0"/>
              <a:t>Each node represent specified questions and conversation responses from Watson chatbot.</a:t>
            </a:r>
          </a:p>
          <a:p>
            <a:r>
              <a:rPr lang="en-US" sz="2000" dirty="0"/>
              <a:t>After Chatbot deployment, its credentials will be used to integrate with Node-RED.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55F0B-418D-A3E5-53AB-AEEE47D00B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6E8A3EC-7B65-4CE2-B47D-2E4F62109263}" type="datetime2">
              <a:rPr lang="en-US" smtClean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Saturday, June 6, 2026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986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E9FB0-78B5-2BA6-404B-8A08132A4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6257"/>
            <a:ext cx="6926703" cy="80416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Build Flow in Node-RED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003A5F-A7C3-2879-A2BA-DBEDE8AB36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6179" b="4359"/>
          <a:stretch/>
        </p:blipFill>
        <p:spPr>
          <a:xfrm>
            <a:off x="20" y="10"/>
            <a:ext cx="12191980" cy="527993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E76F6F3-F5F0-B26D-1B63-73AD0299B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51935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BC84BA2-BCC1-89D4-5592-8B2364E6B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9C4FA24-7C12-A16B-31C2-891750171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D369B-D03E-06EF-CEB2-1FA72F4E22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6E8A3EC-7B65-4CE2-B47D-2E4F62109263}" type="datetime2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Saturday, June 6, 2026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28685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C6E748-100F-A040-5583-A35AF5D94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1966" y="87128"/>
            <a:ext cx="4195674" cy="2052522"/>
          </a:xfrm>
        </p:spPr>
        <p:txBody>
          <a:bodyPr anchor="b">
            <a:normAutofit/>
          </a:bodyPr>
          <a:lstStyle/>
          <a:p>
            <a:r>
              <a:rPr lang="en-US" sz="5600" dirty="0"/>
              <a:t>Integration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06E8B6-35B4-6463-D2F3-E78B5AE41D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3" b="-3"/>
          <a:stretch/>
        </p:blipFill>
        <p:spPr>
          <a:xfrm>
            <a:off x="505418" y="417627"/>
            <a:ext cx="5878713" cy="5878713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16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911F1F9-580F-D447-4757-B0EB3C6F9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132" y="2672319"/>
            <a:ext cx="4195673" cy="2913872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Populate the Assistant node with API credentials.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Configure LocationIQ API in Node-RED function.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Fill-in new chatbot workspace ID.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20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6B6F-C04A-C0A2-2A34-25CFA87A22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6E8A3EC-7B65-4CE2-B47D-2E4F62109263}" type="datetime2">
              <a:rPr lang="en-US">
                <a:solidFill>
                  <a:schemeClr val="tx1">
                    <a:alpha val="60000"/>
                  </a:schemeClr>
                </a:solidFill>
              </a:rPr>
              <a:pPr>
                <a:spcAft>
                  <a:spcPts val="600"/>
                </a:spcAft>
              </a:pPr>
              <a:t>Saturday, June 6, 2026</a:t>
            </a:fld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22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621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Right Triangle 5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9A2F4-D19D-292C-4438-D5601545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230" y="623275"/>
            <a:ext cx="3354636" cy="91661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000" dirty="0"/>
              <a:t>Application</a:t>
            </a: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3" name="Content Placeholder 12" descr="A screenshot of a computer">
            <a:extLst>
              <a:ext uri="{FF2B5EF4-FFF2-40B4-BE49-F238E27FC236}">
                <a16:creationId xmlns:a16="http://schemas.microsoft.com/office/drawing/2014/main" id="{5E62BFFE-EE89-EBC1-960F-77157BEEC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598" y="1617045"/>
            <a:ext cx="6849981" cy="378461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67B4E-6BBF-5224-C9B4-A2B728F71B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76494" y="5769149"/>
            <a:ext cx="2277308" cy="3657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spcAft>
                <a:spcPts val="600"/>
              </a:spcAft>
            </a:pPr>
            <a:fld id="{D6E8A3EC-7B65-4CE2-B47D-2E4F62109263}" type="datetime2">
              <a:rPr lang="en-US" sz="1150">
                <a:solidFill>
                  <a:srgbClr val="FFFFFF"/>
                </a:solidFill>
              </a:rPr>
              <a:pPr algn="r">
                <a:spcAft>
                  <a:spcPts val="600"/>
                </a:spcAft>
              </a:pPr>
              <a:t>Saturday, June 6, 2026</a:t>
            </a:fld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2AEC8B3-FCC2-843A-AE84-FD5D0E60DDFC}"/>
              </a:ext>
            </a:extLst>
          </p:cNvPr>
          <p:cNvSpPr txBox="1">
            <a:spLocks/>
          </p:cNvSpPr>
          <p:nvPr/>
        </p:nvSpPr>
        <p:spPr>
          <a:xfrm>
            <a:off x="7755579" y="914273"/>
            <a:ext cx="3530823" cy="38688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dirty="0"/>
              <a:t>Future Considerations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map java-scrip update required to show moving map with ISS.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Watson Chatbot can be configured to send the location of ISS to the cellphone or email address.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4975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277</Words>
  <Application>Microsoft Office PowerPoint</Application>
  <PresentationFormat>Widescreen</PresentationFormat>
  <Paragraphs>38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Artificial Intelligence   (MSCE-632-A01) - First Bi-term Summer- 2024 University of the Cumberlands </vt:lpstr>
      <vt:lpstr>Project Objectives</vt:lpstr>
      <vt:lpstr>Design</vt:lpstr>
      <vt:lpstr>Node-RED</vt:lpstr>
      <vt:lpstr>PowerPoint Presentation</vt:lpstr>
      <vt:lpstr>Watson Assistant Configuration</vt:lpstr>
      <vt:lpstr>Build Flow in Node-RED</vt:lpstr>
      <vt:lpstr>Integration</vt:lpstr>
      <vt:lpstr>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Kamal Kumar</dc:creator>
  <cp:lastModifiedBy>Chhoker, Kamal</cp:lastModifiedBy>
  <cp:revision>22</cp:revision>
  <dcterms:created xsi:type="dcterms:W3CDTF">2024-05-31T00:17:27Z</dcterms:created>
  <dcterms:modified xsi:type="dcterms:W3CDTF">2026-06-06T18:04:55Z</dcterms:modified>
</cp:coreProperties>
</file>